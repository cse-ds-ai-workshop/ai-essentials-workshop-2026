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Libre Baskerville" panose="02000000000000000000" pitchFamily="2" charset="0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DA ARSHAD" userId="e57a892cc5e232e3" providerId="LiveId" clId="{6B9A9064-3EA8-4D5C-97D9-1657AD6BF158}"/>
    <pc:docChg chg="custSel modSld">
      <pc:chgData name="RIDA ARSHAD" userId="e57a892cc5e232e3" providerId="LiveId" clId="{6B9A9064-3EA8-4D5C-97D9-1657AD6BF158}" dt="2026-09-26T20:23:22.168" v="3" actId="1076"/>
      <pc:docMkLst>
        <pc:docMk/>
      </pc:docMkLst>
      <pc:sldChg chg="delSp mod">
        <pc:chgData name="RIDA ARSHAD" userId="e57a892cc5e232e3" providerId="LiveId" clId="{6B9A9064-3EA8-4D5C-97D9-1657AD6BF158}" dt="2026-09-26T20:22:41.818" v="1" actId="478"/>
        <pc:sldMkLst>
          <pc:docMk/>
          <pc:sldMk cId="0" sldId="256"/>
        </pc:sldMkLst>
        <pc:spChg chg="del">
          <ac:chgData name="RIDA ARSHAD" userId="e57a892cc5e232e3" providerId="LiveId" clId="{6B9A9064-3EA8-4D5C-97D9-1657AD6BF158}" dt="2026-09-26T20:22:41.818" v="1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RIDA ARSHAD" userId="e57a892cc5e232e3" providerId="LiveId" clId="{6B9A9064-3EA8-4D5C-97D9-1657AD6BF158}" dt="2026-09-26T20:22:39.798" v="0" actId="478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RIDA ARSHAD" userId="e57a892cc5e232e3" providerId="LiveId" clId="{6B9A9064-3EA8-4D5C-97D9-1657AD6BF158}" dt="2026-09-26T20:23:07.073" v="2" actId="1076"/>
        <pc:sldMkLst>
          <pc:docMk/>
          <pc:sldMk cId="0" sldId="259"/>
        </pc:sldMkLst>
        <pc:spChg chg="mod">
          <ac:chgData name="RIDA ARSHAD" userId="e57a892cc5e232e3" providerId="LiveId" clId="{6B9A9064-3EA8-4D5C-97D9-1657AD6BF158}" dt="2026-09-26T20:23:07.073" v="2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RIDA ARSHAD" userId="e57a892cc5e232e3" providerId="LiveId" clId="{6B9A9064-3EA8-4D5C-97D9-1657AD6BF158}" dt="2026-09-26T20:23:07.073" v="2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RIDA ARSHAD" userId="e57a892cc5e232e3" providerId="LiveId" clId="{6B9A9064-3EA8-4D5C-97D9-1657AD6BF158}" dt="2026-09-26T20:23:07.073" v="2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RIDA ARSHAD" userId="e57a892cc5e232e3" providerId="LiveId" clId="{6B9A9064-3EA8-4D5C-97D9-1657AD6BF158}" dt="2026-09-26T20:23:07.073" v="2" actId="1076"/>
          <ac:spMkLst>
            <pc:docMk/>
            <pc:sldMk cId="0" sldId="259"/>
            <ac:spMk id="12" creationId="{00000000-0000-0000-0000-000000000000}"/>
          </ac:spMkLst>
        </pc:spChg>
        <pc:picChg chg="mod">
          <ac:chgData name="RIDA ARSHAD" userId="e57a892cc5e232e3" providerId="LiveId" clId="{6B9A9064-3EA8-4D5C-97D9-1657AD6BF158}" dt="2026-09-26T20:23:07.073" v="2" actId="1076"/>
          <ac:picMkLst>
            <pc:docMk/>
            <pc:sldMk cId="0" sldId="259"/>
            <ac:picMk id="7" creationId="{00000000-0000-0000-0000-000000000000}"/>
          </ac:picMkLst>
        </pc:picChg>
        <pc:picChg chg="mod">
          <ac:chgData name="RIDA ARSHAD" userId="e57a892cc5e232e3" providerId="LiveId" clId="{6B9A9064-3EA8-4D5C-97D9-1657AD6BF158}" dt="2026-09-26T20:23:07.073" v="2" actId="1076"/>
          <ac:picMkLst>
            <pc:docMk/>
            <pc:sldMk cId="0" sldId="259"/>
            <ac:picMk id="10" creationId="{00000000-0000-0000-0000-000000000000}"/>
          </ac:picMkLst>
        </pc:picChg>
      </pc:sldChg>
      <pc:sldChg chg="modSp mod">
        <pc:chgData name="RIDA ARSHAD" userId="e57a892cc5e232e3" providerId="LiveId" clId="{6B9A9064-3EA8-4D5C-97D9-1657AD6BF158}" dt="2026-09-26T20:23:22.168" v="3" actId="1076"/>
        <pc:sldMkLst>
          <pc:docMk/>
          <pc:sldMk cId="0" sldId="260"/>
        </pc:sldMkLst>
        <pc:spChg chg="mod">
          <ac:chgData name="RIDA ARSHAD" userId="e57a892cc5e232e3" providerId="LiveId" clId="{6B9A9064-3EA8-4D5C-97D9-1657AD6BF158}" dt="2026-09-26T20:23:22.168" v="3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RIDA ARSHAD" userId="e57a892cc5e232e3" providerId="LiveId" clId="{6B9A9064-3EA8-4D5C-97D9-1657AD6BF158}" dt="2026-09-26T20:23:22.168" v="3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RIDA ARSHAD" userId="e57a892cc5e232e3" providerId="LiveId" clId="{6B9A9064-3EA8-4D5C-97D9-1657AD6BF158}" dt="2026-09-26T20:23:22.168" v="3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RIDA ARSHAD" userId="e57a892cc5e232e3" providerId="LiveId" clId="{6B9A9064-3EA8-4D5C-97D9-1657AD6BF158}" dt="2026-09-26T20:23:22.168" v="3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RIDA ARSHAD" userId="e57a892cc5e232e3" providerId="LiveId" clId="{6B9A9064-3EA8-4D5C-97D9-1657AD6BF158}" dt="2026-09-26T20:23:22.168" v="3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RIDA ARSHAD" userId="e57a892cc5e232e3" providerId="LiveId" clId="{6B9A9064-3EA8-4D5C-97D9-1657AD6BF158}" dt="2026-09-26T20:23:22.168" v="3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RIDA ARSHAD" userId="e57a892cc5e232e3" providerId="LiveId" clId="{6B9A9064-3EA8-4D5C-97D9-1657AD6BF158}" dt="2026-09-26T20:23:22.168" v="3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RIDA ARSHAD" userId="e57a892cc5e232e3" providerId="LiveId" clId="{6B9A9064-3EA8-4D5C-97D9-1657AD6BF158}" dt="2026-09-26T20:23:22.168" v="3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RIDA ARSHAD" userId="e57a892cc5e232e3" providerId="LiveId" clId="{6B9A9064-3EA8-4D5C-97D9-1657AD6BF158}" dt="2026-09-26T20:23:22.168" v="3" actId="1076"/>
          <ac:spMkLst>
            <pc:docMk/>
            <pc:sldMk cId="0" sldId="260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771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54357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AI Tools Essential for Engineering Students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351224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Academia Session · </a:t>
            </a:r>
            <a:r>
              <a:rPr lang="en-US" sz="1450" dirty="0">
                <a:solidFill>
                  <a:srgbClr val="8061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 · Organize · Recall · Plan · Research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3592819" y="4027289"/>
            <a:ext cx="3811095" cy="287139"/>
          </a:xfrm>
          <a:prstGeom prst="roundRect">
            <a:avLst>
              <a:gd name="adj" fmla="val 7899"/>
            </a:avLst>
          </a:prstGeom>
          <a:solidFill>
            <a:srgbClr val="D7D6F5"/>
          </a:solidFill>
          <a:ln/>
        </p:spPr>
      </p:sp>
      <p:sp>
        <p:nvSpPr>
          <p:cNvPr id="5" name="Text 3"/>
          <p:cNvSpPr/>
          <p:nvPr/>
        </p:nvSpPr>
        <p:spPr>
          <a:xfrm>
            <a:off x="3706224" y="4083943"/>
            <a:ext cx="419387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FACILITATORS: SHREYASREE MATH &amp; RIDA ARSHAD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256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Session Objective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671241"/>
            <a:ext cx="5339820" cy="2147590"/>
          </a:xfrm>
          <a:prstGeom prst="roundRect">
            <a:avLst>
              <a:gd name="adj" fmla="val 1320"/>
            </a:avLst>
          </a:prstGeom>
          <a:solidFill>
            <a:srgbClr val="EAE8F3"/>
          </a:solidFill>
          <a:ln/>
        </p:spPr>
      </p:sp>
      <p:sp>
        <p:nvSpPr>
          <p:cNvPr id="4" name="Shape 2"/>
          <p:cNvSpPr/>
          <p:nvPr/>
        </p:nvSpPr>
        <p:spPr>
          <a:xfrm>
            <a:off x="850482" y="1860252"/>
            <a:ext cx="567021" cy="567035"/>
          </a:xfrm>
          <a:prstGeom prst="ellipse">
            <a:avLst/>
          </a:prstGeom>
          <a:solidFill>
            <a:srgbClr val="5955E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6450" y="2016125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482" y="2616299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Learn Concepts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3024981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Break down difficult topics with AI-powered explanations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90301" y="1671241"/>
            <a:ext cx="5339919" cy="2147590"/>
          </a:xfrm>
          <a:prstGeom prst="roundRect">
            <a:avLst>
              <a:gd name="adj" fmla="val 1320"/>
            </a:avLst>
          </a:prstGeom>
          <a:solidFill>
            <a:srgbClr val="EAE8F3"/>
          </a:solidFill>
          <a:ln/>
        </p:spPr>
      </p:sp>
      <p:sp>
        <p:nvSpPr>
          <p:cNvPr id="9" name="Shape 6"/>
          <p:cNvSpPr/>
          <p:nvPr/>
        </p:nvSpPr>
        <p:spPr>
          <a:xfrm>
            <a:off x="6379308" y="1860252"/>
            <a:ext cx="567021" cy="567035"/>
          </a:xfrm>
          <a:prstGeom prst="ellipse">
            <a:avLst/>
          </a:prstGeom>
          <a:solidFill>
            <a:srgbClr val="5955E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5276" y="2016125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79308" y="2616299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Study Materials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6379308" y="3024981"/>
            <a:ext cx="49619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 PDFs, PPTs &amp; notes for AI-assisted study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61475" y="4007842"/>
            <a:ext cx="5339820" cy="2147590"/>
          </a:xfrm>
          <a:prstGeom prst="roundRect">
            <a:avLst>
              <a:gd name="adj" fmla="val 1320"/>
            </a:avLst>
          </a:prstGeom>
          <a:solidFill>
            <a:srgbClr val="EAE8F3"/>
          </a:solidFill>
          <a:ln/>
        </p:spPr>
      </p:sp>
      <p:sp>
        <p:nvSpPr>
          <p:cNvPr id="14" name="Shape 10"/>
          <p:cNvSpPr/>
          <p:nvPr/>
        </p:nvSpPr>
        <p:spPr>
          <a:xfrm>
            <a:off x="850482" y="4196854"/>
            <a:ext cx="567021" cy="567035"/>
          </a:xfrm>
          <a:prstGeom prst="ellipse">
            <a:avLst/>
          </a:prstGeom>
          <a:solidFill>
            <a:srgbClr val="5955E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450" y="4352727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0482" y="4952901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Notes &amp; Flashcards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50482" y="5361583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structured revision notes and flashcard sets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190301" y="4007842"/>
            <a:ext cx="5339919" cy="2147590"/>
          </a:xfrm>
          <a:prstGeom prst="roundRect">
            <a:avLst>
              <a:gd name="adj" fmla="val 1320"/>
            </a:avLst>
          </a:prstGeom>
          <a:solidFill>
            <a:srgbClr val="EAE8F3"/>
          </a:solidFill>
          <a:ln/>
        </p:spPr>
      </p:sp>
      <p:sp>
        <p:nvSpPr>
          <p:cNvPr id="19" name="Shape 14"/>
          <p:cNvSpPr/>
          <p:nvPr/>
        </p:nvSpPr>
        <p:spPr>
          <a:xfrm>
            <a:off x="6379308" y="4196854"/>
            <a:ext cx="567021" cy="567035"/>
          </a:xfrm>
          <a:prstGeom prst="ellipse">
            <a:avLst/>
          </a:prstGeom>
          <a:solidFill>
            <a:srgbClr val="5955EB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5276" y="4352727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79308" y="4952901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Practice &amp; Plan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6379308" y="5361583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Self-assess with quizzes, plan academics, explore research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439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AI Tools We Will Explore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951137"/>
            <a:ext cx="2507394" cy="1820366"/>
          </a:xfrm>
          <a:prstGeom prst="roundRect">
            <a:avLst>
              <a:gd name="adj" fmla="val 1558"/>
            </a:avLst>
          </a:prstGeom>
          <a:solidFill>
            <a:srgbClr val="FBFAFF"/>
          </a:solidFill>
          <a:ln w="25399">
            <a:solidFill>
              <a:srgbClr val="D0CE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5881" y="2165548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NotebookLM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75881" y="2649835"/>
            <a:ext cx="20785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 from uploaded materials, ask questions, summarize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357875" y="1951137"/>
            <a:ext cx="2507394" cy="1820366"/>
          </a:xfrm>
          <a:prstGeom prst="roundRect">
            <a:avLst>
              <a:gd name="adj" fmla="val 1558"/>
            </a:avLst>
          </a:prstGeom>
          <a:solidFill>
            <a:srgbClr val="FBFAFF"/>
          </a:solidFill>
          <a:ln w="25399">
            <a:solidFill>
              <a:srgbClr val="D0CE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72282" y="2165548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StudyFetch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3572282" y="2649835"/>
            <a:ext cx="20785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AI-assisted learning, explanations &amp; personalized study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960515"/>
            <a:ext cx="2507394" cy="1820366"/>
          </a:xfrm>
          <a:prstGeom prst="roundRect">
            <a:avLst>
              <a:gd name="adj" fmla="val 1558"/>
            </a:avLst>
          </a:prstGeom>
          <a:solidFill>
            <a:srgbClr val="FBFAFF"/>
          </a:solidFill>
          <a:ln w="25399">
            <a:solidFill>
              <a:srgbClr val="D0CE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5881" y="4174927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Quizlet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75881" y="4659213"/>
            <a:ext cx="207858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Flashcards, quizzes &amp; active recall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357875" y="3960515"/>
            <a:ext cx="2507394" cy="1820366"/>
          </a:xfrm>
          <a:prstGeom prst="roundRect">
            <a:avLst>
              <a:gd name="adj" fmla="val 1558"/>
            </a:avLst>
          </a:prstGeom>
          <a:solidFill>
            <a:srgbClr val="FBFAFF"/>
          </a:solidFill>
          <a:ln w="25399">
            <a:solidFill>
              <a:srgbClr val="D0CE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72282" y="4174927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RemNote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3572282" y="4659213"/>
            <a:ext cx="20785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Structured notes, flashcards &amp; spaced repetition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32776" y="1951137"/>
            <a:ext cx="2507394" cy="1820366"/>
          </a:xfrm>
          <a:prstGeom prst="roundRect">
            <a:avLst>
              <a:gd name="adj" fmla="val 1558"/>
            </a:avLst>
          </a:prstGeom>
          <a:solidFill>
            <a:srgbClr val="FBFAFF"/>
          </a:solidFill>
          <a:ln w="25399">
            <a:solidFill>
              <a:srgbClr val="D0CE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82" y="2165548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Gemini Gems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547182" y="2649835"/>
            <a:ext cx="207858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Personalized academic productivity assistant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029176" y="1951137"/>
            <a:ext cx="2507394" cy="1820366"/>
          </a:xfrm>
          <a:prstGeom prst="roundRect">
            <a:avLst>
              <a:gd name="adj" fmla="val 1558"/>
            </a:avLst>
          </a:prstGeom>
          <a:solidFill>
            <a:srgbClr val="FBFAFF"/>
          </a:solidFill>
          <a:ln w="25399">
            <a:solidFill>
              <a:srgbClr val="D0CE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43583" y="2165548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Notion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9243583" y="2649835"/>
            <a:ext cx="20785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Academic organization, schedules &amp; task tracking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332776" y="3960515"/>
            <a:ext cx="2507394" cy="1517948"/>
          </a:xfrm>
          <a:prstGeom prst="roundRect">
            <a:avLst>
              <a:gd name="adj" fmla="val 1868"/>
            </a:avLst>
          </a:prstGeom>
          <a:solidFill>
            <a:srgbClr val="FBFAFF"/>
          </a:solidFill>
          <a:ln w="25399">
            <a:solidFill>
              <a:srgbClr val="D0CE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47182" y="4174927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ResearchRabbit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6547182" y="4659213"/>
            <a:ext cx="207858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discovery &amp; paper connections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9029176" y="3960515"/>
            <a:ext cx="2507394" cy="1517948"/>
          </a:xfrm>
          <a:prstGeom prst="roundRect">
            <a:avLst>
              <a:gd name="adj" fmla="val 1868"/>
            </a:avLst>
          </a:prstGeom>
          <a:solidFill>
            <a:srgbClr val="FBFAFF"/>
          </a:solidFill>
          <a:ln w="25399">
            <a:solidFill>
              <a:srgbClr val="D0CE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43583" y="4174927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Elicit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9243583" y="4659213"/>
            <a:ext cx="207858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Literature discovery &amp; paper analysis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634405"/>
            <a:ext cx="4368492" cy="43686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117604"/>
            <a:ext cx="906638" cy="210741"/>
          </a:xfrm>
          <a:prstGeom prst="roundRect">
            <a:avLst>
              <a:gd name="adj" fmla="val 7904"/>
            </a:avLst>
          </a:prstGeom>
          <a:solidFill>
            <a:srgbClr val="D7D6F5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717" y="5167412"/>
            <a:ext cx="111023" cy="1110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1202" y="5159177"/>
            <a:ext cx="1183253" cy="127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 DEMO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661475" y="5369024"/>
            <a:ext cx="4368492" cy="867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Learn from Study Materials</a:t>
            </a:r>
            <a:endParaRPr lang="en-US" sz="2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7479" y="2556512"/>
            <a:ext cx="3029866" cy="101967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11530" y="2714369"/>
            <a:ext cx="2637962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NotebookLM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5711530" y="3033159"/>
            <a:ext cx="2637962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 study material → Ask questions → Get summaries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09240" y="2556512"/>
            <a:ext cx="3029866" cy="101967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843292" y="2714369"/>
            <a:ext cx="2637962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StudyFetch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8843292" y="3033159"/>
            <a:ext cx="2637962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 PDFs/PPTs → AI explains concepts → Extract key ideas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8935"/>
            <a:ext cx="926581" cy="215305"/>
          </a:xfrm>
          <a:prstGeom prst="roundRect">
            <a:avLst>
              <a:gd name="adj" fmla="val 7901"/>
            </a:avLst>
          </a:prstGeom>
          <a:solidFill>
            <a:srgbClr val="D7D6F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03" y="579834"/>
            <a:ext cx="113404" cy="113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6560" y="571401"/>
            <a:ext cx="119605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 DEMO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786705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AI-Assisted Notes</a:t>
            </a:r>
            <a:endParaRPr lang="en-US" sz="2750" dirty="0"/>
          </a:p>
        </p:txBody>
      </p:sp>
      <p:sp>
        <p:nvSpPr>
          <p:cNvPr id="6" name="Shape 3"/>
          <p:cNvSpPr/>
          <p:nvPr/>
        </p:nvSpPr>
        <p:spPr>
          <a:xfrm>
            <a:off x="655530" y="2687588"/>
            <a:ext cx="2857925" cy="809526"/>
          </a:xfrm>
          <a:prstGeom prst="roundRect">
            <a:avLst>
              <a:gd name="adj" fmla="val 2627"/>
            </a:avLst>
          </a:prstGeom>
          <a:solidFill>
            <a:srgbClr val="EAE8F3"/>
          </a:solidFill>
          <a:ln/>
        </p:spPr>
      </p:sp>
      <p:sp>
        <p:nvSpPr>
          <p:cNvPr id="7" name="Text 4"/>
          <p:cNvSpPr/>
          <p:nvPr/>
        </p:nvSpPr>
        <p:spPr>
          <a:xfrm>
            <a:off x="797211" y="2829273"/>
            <a:ext cx="25745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NotebookLM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97211" y="3156992"/>
            <a:ext cx="257456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Topic-wise summaries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19715" y="2687588"/>
            <a:ext cx="2857925" cy="809526"/>
          </a:xfrm>
          <a:prstGeom prst="roundRect">
            <a:avLst>
              <a:gd name="adj" fmla="val 2627"/>
            </a:avLst>
          </a:prstGeom>
          <a:solidFill>
            <a:srgbClr val="EAE8F3"/>
          </a:solidFill>
          <a:ln/>
        </p:spPr>
      </p:sp>
      <p:sp>
        <p:nvSpPr>
          <p:cNvPr id="10" name="Text 7"/>
          <p:cNvSpPr/>
          <p:nvPr/>
        </p:nvSpPr>
        <p:spPr>
          <a:xfrm>
            <a:off x="3761396" y="2829273"/>
            <a:ext cx="25745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StudyFetch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761396" y="3156992"/>
            <a:ext cx="257456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Concise revision notes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5530" y="3603377"/>
            <a:ext cx="5822110" cy="809526"/>
          </a:xfrm>
          <a:prstGeom prst="roundRect">
            <a:avLst>
              <a:gd name="adj" fmla="val 2627"/>
            </a:avLst>
          </a:prstGeom>
          <a:solidFill>
            <a:srgbClr val="EAE8F3"/>
          </a:solidFill>
          <a:ln/>
        </p:spPr>
      </p:sp>
      <p:sp>
        <p:nvSpPr>
          <p:cNvPr id="13" name="Text 10"/>
          <p:cNvSpPr/>
          <p:nvPr/>
        </p:nvSpPr>
        <p:spPr>
          <a:xfrm>
            <a:off x="797211" y="3745062"/>
            <a:ext cx="55387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RemNote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97211" y="4072781"/>
            <a:ext cx="553874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Linked study content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802" y="1508720"/>
            <a:ext cx="4700668" cy="47007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280815"/>
            <a:ext cx="1235143" cy="287139"/>
          </a:xfrm>
          <a:prstGeom prst="roundRect">
            <a:avLst>
              <a:gd name="adj" fmla="val 7899"/>
            </a:avLst>
          </a:prstGeom>
          <a:solidFill>
            <a:srgbClr val="D7D6F5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879" y="1348780"/>
            <a:ext cx="151206" cy="15120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1687" y="1337469"/>
            <a:ext cx="139111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 DEMO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661475" y="164355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Flashcards &amp; Active Recall</a:t>
            </a:r>
            <a:endParaRPr lang="en-US" sz="3700" dirty="0"/>
          </a:p>
        </p:txBody>
      </p:sp>
      <p:sp>
        <p:nvSpPr>
          <p:cNvPr id="7" name="Shape 3"/>
          <p:cNvSpPr/>
          <p:nvPr/>
        </p:nvSpPr>
        <p:spPr>
          <a:xfrm>
            <a:off x="661475" y="3108325"/>
            <a:ext cx="6296860" cy="1139924"/>
          </a:xfrm>
          <a:prstGeom prst="roundRect">
            <a:avLst>
              <a:gd name="adj" fmla="val 2487"/>
            </a:avLst>
          </a:prstGeom>
          <a:solidFill>
            <a:srgbClr val="FBFAFF"/>
          </a:solidFill>
          <a:ln w="25399">
            <a:solidFill>
              <a:srgbClr val="D0CED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75881" y="3322737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Quizlet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875881" y="3731419"/>
            <a:ext cx="586804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flashcard sets, practice quizzes &amp; test understanding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61475" y="4437261"/>
            <a:ext cx="6296860" cy="1139924"/>
          </a:xfrm>
          <a:prstGeom prst="roundRect">
            <a:avLst>
              <a:gd name="adj" fmla="val 2487"/>
            </a:avLst>
          </a:prstGeom>
          <a:solidFill>
            <a:srgbClr val="FBFAFF"/>
          </a:solidFill>
          <a:ln w="25399">
            <a:solidFill>
              <a:srgbClr val="D0CED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75881" y="4651673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RemNote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875881" y="5060355"/>
            <a:ext cx="586804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 notes into flashcards with spaced repetition support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1344017"/>
            <a:ext cx="1235143" cy="287139"/>
          </a:xfrm>
          <a:prstGeom prst="roundRect">
            <a:avLst>
              <a:gd name="adj" fmla="val 7899"/>
            </a:avLst>
          </a:prstGeom>
          <a:solidFill>
            <a:srgbClr val="D7D6F5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765" y="1411982"/>
            <a:ext cx="151206" cy="15120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73573" y="1400671"/>
            <a:ext cx="139111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 DEMO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5233360" y="170676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Quizzes &amp; Self-Assessment</a:t>
            </a:r>
            <a:endParaRPr lang="en-US" sz="3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171527"/>
            <a:ext cx="1972915" cy="234245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49364" y="3385939"/>
            <a:ext cx="14425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Quizlet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5549364" y="3794621"/>
            <a:ext cx="144250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 practice questions &amp; test your knowledge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95283" y="3171527"/>
            <a:ext cx="1972915" cy="234245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11287" y="3385939"/>
            <a:ext cx="14425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StudyFetch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7711287" y="3794621"/>
            <a:ext cx="144250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AI-generated quizzes to identify weak areas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57205" y="3171527"/>
            <a:ext cx="1972915" cy="234245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873209" y="3385939"/>
            <a:ext cx="144250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NotebookLM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9873209" y="4089896"/>
            <a:ext cx="144250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Question-based learning from your uploaded notes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2471"/>
            <a:ext cx="2216491" cy="287139"/>
          </a:xfrm>
          <a:prstGeom prst="roundRect">
            <a:avLst>
              <a:gd name="adj" fmla="val 7899"/>
            </a:avLst>
          </a:prstGeom>
          <a:solidFill>
            <a:srgbClr val="D7D6F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79" y="630436"/>
            <a:ext cx="151206" cy="151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1687" y="619125"/>
            <a:ext cx="237245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            LIVE DEMO       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9252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Academic Planning &amp; Research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2536527"/>
            <a:ext cx="6336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Gemini Gems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1475" y="3020814"/>
            <a:ext cx="6336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Personalized productivity assistant — study planning, task prioritization &amp; repeatable workflows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61475" y="3814663"/>
            <a:ext cx="6336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61475" y="4298950"/>
            <a:ext cx="694632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Academic organization, schedules &amp; Master's Roadmap example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61475" y="4790380"/>
            <a:ext cx="6336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ResearchRabbit &amp; Elicit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61475" y="5274667"/>
            <a:ext cx="694632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Discover papers, explore related research &amp; literature</a:t>
            </a:r>
            <a:endParaRPr lang="en-US" sz="14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727" y="2011958"/>
            <a:ext cx="4070744" cy="40708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746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Hands-on Activity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1613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your own </a:t>
            </a:r>
            <a:r>
              <a:rPr lang="en-US" sz="1450" b="1" dirty="0">
                <a:solidFill>
                  <a:srgbClr val="8061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AI-Assisted Academic Study Pack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63118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2927052"/>
            <a:ext cx="5339820" cy="25400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072309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Choose a Concept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480991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Pick one topic from the Introduction to AI notes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190301" y="263118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2927052"/>
            <a:ext cx="5339919" cy="25400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10" name="Text 8"/>
          <p:cNvSpPr/>
          <p:nvPr/>
        </p:nvSpPr>
        <p:spPr>
          <a:xfrm>
            <a:off x="6190301" y="3072309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Create Notes &amp; Flashcards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190301" y="3480991"/>
            <a:ext cx="53399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NotebookLM, StudyFetch, RemNote or Quizlet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4114105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1475" y="4391124"/>
            <a:ext cx="5339820" cy="25400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4555232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Take a Quiz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61475" y="4963914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 and attempt a self-assessment quiz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190301" y="4114105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90301" y="4391124"/>
            <a:ext cx="5339919" cy="25400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301" y="4555232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Plan &amp; Research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190301" y="4963914"/>
            <a:ext cx="53399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 study plan with Gemini Gems; explore papers with ResearchRabbit or Elicit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7548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Assessment &amp; Session Outcome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140248"/>
            <a:ext cx="6296860" cy="14423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77479" y="2354659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📋</a:t>
            </a: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Assessment — 15 min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977479" y="2763341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Individual quiz · 10–15 objective questions · Based on Introduction to AI notes · </a:t>
            </a:r>
            <a:r>
              <a:rPr lang="en-US" sz="14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No AI tools permitted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771602"/>
            <a:ext cx="6296860" cy="14423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7479" y="3986014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🎯</a:t>
            </a: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By the End, You Will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977479" y="4394696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 effectively · Revise better · Organize academics · Explore research</a:t>
            </a:r>
            <a:endParaRPr lang="en-US" sz="1450" dirty="0"/>
          </a:p>
        </p:txBody>
      </p:sp>
      <p:sp>
        <p:nvSpPr>
          <p:cNvPr id="10" name="Shape 5"/>
          <p:cNvSpPr/>
          <p:nvPr/>
        </p:nvSpPr>
        <p:spPr>
          <a:xfrm>
            <a:off x="661475" y="5426571"/>
            <a:ext cx="6296860" cy="755948"/>
          </a:xfrm>
          <a:prstGeom prst="roundRect">
            <a:avLst>
              <a:gd name="adj" fmla="val 3751"/>
            </a:avLst>
          </a:prstGeom>
          <a:solidFill>
            <a:srgbClr val="D7D6F5"/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482" y="5694263"/>
            <a:ext cx="236234" cy="18901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75723" y="5662811"/>
            <a:ext cx="61031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Learn Smarter with AI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Thank you!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</Words>
  <Application>Microsoft Office PowerPoint</Application>
  <PresentationFormat>Widescreen</PresentationFormat>
  <Paragraphs>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Open Sans Bold</vt:lpstr>
      <vt:lpstr>Arial</vt:lpstr>
      <vt:lpstr>Libre Baskerville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RIDA ARSHAD</cp:lastModifiedBy>
  <cp:revision>1</cp:revision>
  <dcterms:created xsi:type="dcterms:W3CDTF">2026-09-21T15:49:51Z</dcterms:created>
  <dcterms:modified xsi:type="dcterms:W3CDTF">2026-09-26T20:23:26Z</dcterms:modified>
</cp:coreProperties>
</file>